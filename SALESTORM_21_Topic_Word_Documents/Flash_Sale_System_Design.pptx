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09728" cy="1188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822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SALESTORM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691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High-Scale E-Commerce Flash-Sale System Design  |  SYSCRAFTERS 2026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Quadrix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24AD175 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Rihasri J 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24AD154 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Pragalya 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24AD165 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Priyadharshini K 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&amp; Requirements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we handle thousands of simultaneous purchases of limited stock without overselling, while keeping payment and orders reliable?"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6459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sale, add to cart, Buy Now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stock atomically (TTL, expiry, release)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and pay once, safely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order, track to delivery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customer at each state change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(strict = S, target = T)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6459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sold ≤ 100; no duplicate reservation, order or charge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every paid order reaches a valid state (eventual)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10k rps normal; reason up to 500k rps in flash sale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reserve p99 &lt; 300 ms; availability 99.95%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recovery RTO &lt; 5 min, RPO ≈ 0 for orders/payments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3566160"/>
            <a:ext cx="8412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3566160"/>
            <a:ext cx="8412480" cy="1280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1 SKU hot (Product X, 100 units); 10,000 users click within seconds; payment success 95%, failure 5%; duplicate requests 2%; Order Service may be down 30 s; external PSP can time out; reservation TTL = 10 min; users authenticated; one unit per user.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High-Level Architecture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synchronous request path   |   Amber = asynchronous (Kafka events)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80160"/>
            <a:ext cx="15544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554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12801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280160"/>
            <a:ext cx="15544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/ WAF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1554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94760" y="12801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1280160"/>
            <a:ext cx="15544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554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12801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1280160"/>
            <a:ext cx="15544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rate limit,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1554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12801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1280160"/>
            <a:ext cx="15544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Cart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Service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24688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2468880"/>
            <a:ext cx="15544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Svc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27432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03120" y="24688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03120" y="2468880"/>
            <a:ext cx="15544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27432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94760" y="24688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94760" y="2468880"/>
            <a:ext cx="15544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PSP adapter)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349240" y="27432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0" y="24688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0" y="2468880"/>
            <a:ext cx="15544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27432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78040" y="24688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78040" y="2468880"/>
            <a:ext cx="15544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365760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1480" y="3657600"/>
            <a:ext cx="19659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(atomic stock)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14600" y="365760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14600" y="3657600"/>
            <a:ext cx="19659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 of truth)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17720" y="365760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17720" y="3657600"/>
            <a:ext cx="19659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DLQ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(events)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720840" y="365760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20840" y="3657600"/>
            <a:ext cx="19659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(logs, metrics, traces)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11480" y="43891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exists: CDN/WAF absorbs and filters; Gateway protects services; Redis serialises contention; DB guarantees truth; Kafka decouples slow payment/order work from the buy path.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10,000 Requests → 100 Units: Concurrency Control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traffic is throttled, queued, rejected, and where contention is controlled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657600"/>
                <a:gridCol w="2194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CDN / WAF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 filter, per-IP / per-user rate limit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Reject: 429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AuthN, validation, Idempotency-Key lookup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Duplicate: cached reply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room / queue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 users at a controlled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Lua script (EXACT contention point)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check + decrement stock, one unit per user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100 win; rest SOLD_OUT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conditional UPDATE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available_quantity &gt; 0 as final guard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below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3383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compared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65760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Pessimistic lock (SELECT FOR UPDATE): correct but 10k transactions queue on one row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version column: no locks but a retry storm of ~9,900 losers on the DB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Redis Lua + DB conditional UPDATE: memory-speed gate, DB writes only for ~100 winners; cost = Redis/DB drift, handled by a reconciler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item: two requests hit Redis together; Lua runs them one after the other, so exactly one wins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Inventory Reservation Lifecycle &amp; Database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available + reserved + sold = 100 at all times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325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11887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325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94760" y="11887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PAYMENT_PENDING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325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11887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325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11887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19202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2011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28800" y="19202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82880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PAYMENT_FAILED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2011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46120" y="19202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4612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9202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2011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80760" y="19202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8076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20116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98080" y="19202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606040"/>
            <a:ext cx="1609344" cy="320040"/>
          </a:xfrm>
          <a:prstGeom prst="roundRect">
            <a:avLst>
              <a:gd name="adj" fmla="val 1714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5760" y="2606040"/>
            <a:ext cx="160934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926080"/>
            <a:ext cx="16093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5760" y="2926080"/>
            <a:ext cx="1609344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inventory_id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product_id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available/reserved/sold qty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updated_at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CHECK(available ≥ 0)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66544" y="2606040"/>
            <a:ext cx="1609344" cy="320040"/>
          </a:xfrm>
          <a:prstGeom prst="roundRect">
            <a:avLst>
              <a:gd name="adj" fmla="val 1714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066544" y="2606040"/>
            <a:ext cx="160934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066544" y="2926080"/>
            <a:ext cx="16093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066544" y="2926080"/>
            <a:ext cx="1609344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reservation_id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inventory, customer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expires_at (idx)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UNIQUE(idempotency_key)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UNIQUE(inventory, customer)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67328" y="2606040"/>
            <a:ext cx="1609344" cy="320040"/>
          </a:xfrm>
          <a:prstGeom prst="roundRect">
            <a:avLst>
              <a:gd name="adj" fmla="val 1714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767328" y="2606040"/>
            <a:ext cx="160934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767328" y="2926080"/>
            <a:ext cx="16093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767328" y="2926080"/>
            <a:ext cx="1609344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order_id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reservation_id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created_at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UNIQUE(payment_id)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68112" y="2606040"/>
            <a:ext cx="1609344" cy="320040"/>
          </a:xfrm>
          <a:prstGeom prst="roundRect">
            <a:avLst>
              <a:gd name="adj" fmla="val 1714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68112" y="2606040"/>
            <a:ext cx="160934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68112" y="2926080"/>
            <a:ext cx="16093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468112" y="2926080"/>
            <a:ext cx="1609344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payment_id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order_id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amount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UNIQUE(gateway_txn_ref)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UNIQUE(idempotency_key)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68896" y="2606040"/>
            <a:ext cx="1609344" cy="320040"/>
          </a:xfrm>
          <a:prstGeom prst="roundRect">
            <a:avLst>
              <a:gd name="adj" fmla="val 1714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168896" y="2606040"/>
            <a:ext cx="1609344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/ AUDIT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168896" y="2926080"/>
            <a:ext cx="16093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168896" y="2926080"/>
            <a:ext cx="1609344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event_id, type, payload,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flag;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state audit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txn: available −1, reserved +1, insert reservation. Confirm: reserved −1, sold +1. Release: reserved −1, available +1 (idempotent; expiry worker scans expires_at). State change + outbox event commit in ONE transaction.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Payment Reliability &amp; Order Lifecycle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Timeouts, backoff retries and a circuit breaker around the payment gateway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035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response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succeeds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PAID; confirm reservation; emit PaymentCaptured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fails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FAILED; release reservation; stock +1; notify 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times 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UNKNOWN: query PSP by transaction ref, reconcile; no blind retry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payment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Idempotency-Key + UNIQUE(gateway_txn_ref): one charge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OK, Order Service down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kept in outbox/Kafka; order created on retry; reconciler; refund as last resort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24612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2004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383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554480" y="324612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2651760" y="3383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88920" y="324612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8892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3886200" y="3383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023360" y="324612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2336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120640" y="3383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257800" y="324612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5780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3383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92240" y="324612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OUT_FOR_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33832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726680" y="324612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2668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365760" y="40233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 is idempotent (UNIQUE payment_id); failures retry, then go to a Dead-Letter Queue with an alert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is allowed only from CREATED / PAYMENT_PENDING; State pattern blocks illegal transitions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Purchase, Payment &amp; Order Sequence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91440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0" cy="33832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103120" y="91440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91440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371600"/>
            <a:ext cx="0" cy="33832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931920" y="91440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91440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(Redis + DB)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0" cy="33832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760720" y="91440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91440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(PSP)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0" cy="33832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589520" y="91440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914400"/>
            <a:ext cx="1280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Svc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1371600"/>
            <a:ext cx="0" cy="33832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14400" y="1783080"/>
            <a:ext cx="1828800" cy="0"/>
          </a:xfrm>
          <a:prstGeom prst="line">
            <a:avLst/>
          </a:prstGeom>
          <a:noFill/>
          <a:ln w="19050">
            <a:solidFill>
              <a:srgbClr val="0F2A43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960120" y="15361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/reservations (Idem-Key)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2103120"/>
            <a:ext cx="1828800" cy="0"/>
          </a:xfrm>
          <a:prstGeom prst="line">
            <a:avLst/>
          </a:prstGeom>
          <a:noFill/>
          <a:ln w="19050">
            <a:solidFill>
              <a:srgbClr val="0F2A43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788920" y="18562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reserve(sku, user, key)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H="1">
            <a:off x="914400" y="2423160"/>
            <a:ext cx="3657600" cy="0"/>
          </a:xfrm>
          <a:prstGeom prst="line">
            <a:avLst/>
          </a:prstGeom>
          <a:noFill/>
          <a:ln w="19050">
            <a:solidFill>
              <a:srgbClr val="0F2A43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960120" y="21762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RESERVED, expires_at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" y="2788920"/>
            <a:ext cx="5486400" cy="0"/>
          </a:xfrm>
          <a:prstGeom prst="line">
            <a:avLst/>
          </a:prstGeom>
          <a:noFill/>
          <a:ln w="19050">
            <a:solidFill>
              <a:srgbClr val="0F2A43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960120" y="254203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/payments (order_id as key)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flipH="1">
            <a:off x="4572000" y="3108960"/>
            <a:ext cx="1828800" cy="0"/>
          </a:xfrm>
          <a:prstGeom prst="line">
            <a:avLst/>
          </a:prstGeom>
          <a:noFill/>
          <a:ln w="19050">
            <a:solidFill>
              <a:srgbClr val="0F2A43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617720" y="28620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reservation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3429000"/>
            <a:ext cx="18288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446520" y="31821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PaymentCaptured (async)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0" y="3749040"/>
            <a:ext cx="9144" cy="0"/>
          </a:xfrm>
          <a:prstGeom prst="line">
            <a:avLst/>
          </a:prstGeom>
          <a:noFill/>
          <a:ln w="19050">
            <a:solidFill>
              <a:srgbClr val="0F2A43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8275320" y="3502152"/>
            <a:ext cx="-82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 = CONFIRMED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 flipH="1">
            <a:off x="914400" y="4206240"/>
            <a:ext cx="7315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960120" y="395935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OrderConfirmed → notification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branches: SOLD_OUT at step 2 (409); payment failed at step 5 → release; duplicate at step 1 → cached 201.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Low-Level Design, SOLID &amp; Design Patterns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234440"/>
            <a:ext cx="274320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 InventoryRepository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RedisRepo, PgRepo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ReservationService: reserve(), confirm(), release()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IdempotencyStore, ExpiryWorker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234440"/>
            <a:ext cx="274320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 PaymentGateway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AdapterA, AdapterB (Adapter)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PaymentService: pay(), refund(), reconcile()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CircuitBreakerGateway (decorator)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PaymentGatewayFactory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234440"/>
            <a:ext cx="274320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 OrderState (State)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Created, Confirmed, Shipped...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OrderService: create(), cancel()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OrderEventPublisher (Observer)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OrderRepository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56616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Principle / Pattern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applied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 / trade-off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SRP, ISP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Payment, Order, Notification separate; small interfaces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change; more hops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OCP + Strategy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PricingStrategy, payment selection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rule without editing 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 + Repository + LSP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use InventoryRepository, PaymentGateway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Swappable, testable storage and PSP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+ Factory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PSP adapters from PaymentGatewayFactory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provider, minimal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+ Observer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lifecycle; events to notification/shipment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illegal moves; loose coupling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Facade + Circuit Breaker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CheckoutFacade; breaker around PSP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client API; fault isolation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Practical Test Case Walkthrough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100 | 10,000 users | 95% pay OK, 5% fail | 2% duplicates | Order Service down 30 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217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purchase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→ Redis Lua OK → DB reserve → pay → PaymentCaptured → order CONFIRMED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payment (5)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FAILED → reservation released, stock +1 in DB and Redis → next queued buyer can reserve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Buy (200)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Idempotency-Key / unique user check → original response returned, no second reservation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Service down 30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wait in Kafka/outbox; created after recovery; customer sees "payment received, confirming"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reaches zero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returns SOLD_OUT instantly; edge flag cached so most losers never reach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or PSP failure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DB: Multi-AZ failover, Redis rebuilt from DB. PSP: breaker + reconciliation by transaction ref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confirmed first; the 5 released units go to waiting buyers; exactly 100 SOLD, never 101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APIs: POST /v1/sales/{id}/reservations (201, 409 SOLD_OUT, 429), POST /v1/payments (200, 202, 402), POST /v1/payments/webhook, GET /v1/orders/{id}; all writes take an Idempotency-Key; JWT auth. Events: ReservationCreated/Expired, PaymentCaptured/Failed, OrderConfirmed.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Scale, Security, Observability &amp; Trade-offs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20040"/>
          </a:xfrm>
          <a:prstGeom prst="roundRect">
            <a:avLst>
              <a:gd name="adj" fmla="val 1714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reliability (500k rps)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98448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autoscaled pods; edge caches SOLD OUT flag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sharded by SKU; hot SKU split into sub-counters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outbox + DLQ; PostgreSQL Multi-AZ failover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50×: more edge throttling; DB writes stay ~100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320040"/>
          </a:xfrm>
          <a:prstGeom prst="roundRect">
            <a:avLst>
              <a:gd name="adj" fmla="val 1714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298448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JWT/OAuth2, HTTPS, signed PSP webhooks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WAF, rate limits, input validation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tokenised by PSP, never stored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and secrets vault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320040"/>
          </a:xfrm>
          <a:prstGeom prst="roundRect">
            <a:avLst>
              <a:gd name="adj" fmla="val 1714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10128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rate, latency, errors, reservation and payment failures, conversion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+ distributed traces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stock drift, payment spike, queue backlog, DLQ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114800" cy="320040"/>
          </a:xfrm>
          <a:prstGeom prst="roundRect">
            <a:avLst>
              <a:gd name="adj" fmla="val 17143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and AI use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3310128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Sacrifice: eventual consistency, Redis/DB reconciler, users waiting in queue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PostgreSQL (ACID) over NoSQL for strong constraints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(Claude) drafted slides; Locust simulation planned to assert sold ≤ 100; team owns all design decisions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2026-10-05T07:27:27Z</dcterms:created>
  <dcterms:modified xsi:type="dcterms:W3CDTF">2026-10-05T07:27:27Z</dcterms:modified>
</cp:coreProperties>
</file>